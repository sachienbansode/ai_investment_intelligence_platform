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4F8E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303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4592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NIYTRI TECHNOLOGIES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Investment Intelligence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7490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agentic AI inside the broking experience — conversational insight, daily stock scoring and portfolio analytics for Indian markets.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Client Briefing</a:t>
            </a:r>
            <a:pPr indent="0" marL="0">
              <a:buNone/>
            </a:pPr>
            <a:r>
              <a:rPr lang="en-US" sz="1300" dirty="0">
                <a:solidFill>
                  <a:srgbClr val="8E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Version 1.1      Built for SEBI-regulated broking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investing — at unprecedented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accounts in India — multiplied several-fold in five years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246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retail investors who need guidance, not jargon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for instant, personalised, explainable answers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win the relationship by turning data into trusted, compliant, conversational guidance — without adding headcount.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everywhere, clarity nowhere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6771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12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57860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filings, news and ratings scattered across sources — overwhelming for the everyday investor.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226771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7C5CF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12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explainable guidance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57860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tips and black-box calls erode trust; customers ask "why?" and get silence.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05079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7C5CFC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995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heavy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36168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customer-facing word is regulated — manual review does not scale.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05079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995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model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36168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Single-LLM tools break, drift, and lock you in with no governance trail.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explainable AI layer, inside your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conversational, multilingual intelligence layer that sits on top of live market data, the firm’s research and a transparent scoring engine — every answer cited, every output governed.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data, news &amp; broker research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27248" y="38404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32004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3886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scoring + retrieval (grounding)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16168" y="38404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3886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reasoning with governance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05088" y="38404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06840" y="32004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89720" y="3886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compliant answer to the customer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every customer 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221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807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grounded in live quotes, scores &amp; news — multilingual, source-cited.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945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128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2221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Stock Scoring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807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0–100 AI score per script with plain-language drivers.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128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2221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News Intelligence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2807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Summarised, sentiment-tagged, linked to impacted stocks.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70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79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4864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holdings; get health, concentration &amp; sector insight.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2519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70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4279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Watchlist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4864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+ AI score for the scripts they follow.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25196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70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4279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Insightful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93608" y="4864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score trends and movers at a glance.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assistant that shows its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(RAG) in live quotes, approved AI scores, today’s news and the firm’s own research notes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— answers in the customer’s language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source attribution and a confidence level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compliance guardrails: never gives buy/sell/hold advice; methodology stays confidential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scope — focused on Indian equity markets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3840480"/>
          </a:xfrm>
          <a:prstGeom prst="roundRect">
            <a:avLst>
              <a:gd name="adj" fmla="val 2381"/>
            </a:avLst>
          </a:prstGeom>
          <a:solidFill>
            <a:srgbClr val="0E1B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2423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"What’s driving TCS’s score this week?"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30632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71/100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strong technicals and momentum; valuation neutral; news sentiment positive. </a:t>
            </a:r>
            <a:pPr indent="0" marL="0">
              <a:buNone/>
            </a:pPr>
            <a:r>
              <a:rPr lang="en-US" sz="1300" i="1" dirty="0">
                <a:solidFill>
                  <a:srgbClr val="8E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live quote, AI score (15Jun), 3 news items.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5212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 — not investment advice.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scoring you can explain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8-agent pipeline scores every script 0–100 from a transparent blend of eight factors — and writes the rationale in plain language.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0540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651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30540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0540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2651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89720" y="30540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3342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39319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43342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3342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06840" y="39319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89720" y="43342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Publish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factors: fundamentals · technicals · valuation · momentum · earnings · news sentiment · institutional activity · risk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ENTERPRISE-READY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built in,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Maker–checker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strict mode holds every score as pending until a human approves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checker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reviews every rationale for compliance &amp; accuracy before publishing.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call, decision, login and chat is logged immutably for SEBI audit.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6264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Chat 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Admin-defined roles, page-level access, and a searchable log of who asked what, when.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Multi-LLM engine, your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Claude, OpenAI GPT and Google Gemini behind one router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Admin-configurable priority order, per-provider model, and failover or round-robin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— if one provider errors or is down, the next takes over seamlessly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fast/cheap models for chat, premium models for analysis — switched live, no redeploy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usage &amp; INR cost tracking for full spend visibility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2103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3246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4389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A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5577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failover · round-robin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0E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9202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2024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single-page app — responsive, light/dark, role-aware navigation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0E1B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6148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276148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761488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— APIs, 8-agent pipeline, scheduler, governance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0E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0273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91840" y="360273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602736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AWS RDS — users, scores, portfolios, audit, research vectors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0E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4398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91840" y="444398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44398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router + retrieval (RAG) over the firm’s research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0E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8523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91840" y="5285232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528523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feeds → NSE → Yahoo fallback chain; RSS news; IST scheduler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a SEBI-regulated broker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disclaimer on every output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buy/sell/hold advice — anywhere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Scoring methodology kept confidential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Immutable audit log of all activity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 auth + role-based access control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Secrets isolated; HTTPS end-to-end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566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Maker-checker before publishing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023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 validation always in the loop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is decision-support and customer education — it never executes trades or gives personalised advice.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Ships and runs reliably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6771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12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AWS-ready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57860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 on EC2 + RDS, HTTPS via auto-renewing certificates.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226771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4F8EF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12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57860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 &amp; test before anything reaches production.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05079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4F8EF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995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&amp; scheduled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3616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Auto-applies DB changes on start; daily scoring runs on an IST schedule with catch-up.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050792"/>
            <a:ext cx="164592" cy="1042416"/>
          </a:xfrm>
          <a:prstGeom prst="roundRect">
            <a:avLst>
              <a:gd name="adj" fmla="val 27778"/>
            </a:avLst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995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3616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Agents dashboard, run history, and INR cost tracking.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0E1B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AI, agentic scoring, governance, portfolio upload, multi-LLM.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depth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earnings &amp; FII/DII feeds to enrich the neutral pillars.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feeds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3832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market-data APIs for full, fast, production-grade coverage.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19456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5440" y="2697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5440" y="33832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responses, voice, and WhatsApp delivery.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bring explainable AI to your customers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35661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production-ready, governed, multi-LLM intelligence layer purpose-built for Indian broking — and engineered to grow with you.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NIYTRI Technologies</a:t>
            </a:r>
            <a:pPr indent="0" marL="0">
              <a:buNone/>
            </a:pPr>
            <a:r>
              <a:rPr lang="en-US" sz="1400" dirty="0">
                <a:solidFill>
                  <a:srgbClr val="8E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Partner for design, delivery &amp;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materials are informational only and must be reviewed and approved before business or regulatory use.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Intelligence Platform    ·    v1.1    ·    Created by NIYTRI Technologies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NIYTRI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NIYTRI Technologies</dc:creator>
  <cp:lastModifiedBy>NIYTRI Technologies</cp:lastModifiedBy>
  <cp:revision>1</cp:revision>
  <dcterms:created xsi:type="dcterms:W3CDTF">2026-06-15T05:32:47Z</dcterms:created>
  <dcterms:modified xsi:type="dcterms:W3CDTF">2026-06-15T05:32:48Z</dcterms:modified>
</cp:coreProperties>
</file>